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43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F224BE-D368-49D8-A3AB-2A06EF2076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8CDB2E7-C0BE-4C4F-8121-53A2B5DE0C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612E0FE-5196-41EA-9CDC-D00F13E43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06ECB-5DC5-4821-8AB0-914B3FFAB102}" type="datetimeFigureOut">
              <a:rPr lang="fr-BE" smtClean="0"/>
              <a:t>08-03-22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FFB93E2-56F2-406F-AF2C-7D1B83138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6AD1FC9-0512-4C67-97E8-DC88C6AC0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2FB9F-2FED-46AB-B122-995512FA809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00583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078C87-7EF1-4D64-A769-E1770D07A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48E590-1225-4281-BCE2-5E438FF94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4F81CD0-E08B-4C14-B43A-CBD5B56DE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06ECB-5DC5-4821-8AB0-914B3FFAB102}" type="datetimeFigureOut">
              <a:rPr lang="fr-BE" smtClean="0"/>
              <a:t>08-03-22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3A0C21-AF6D-440D-AC05-E1E2DBF2A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9858962-6521-4598-9D51-5B3959BAD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2FB9F-2FED-46AB-B122-995512FA809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22692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D6AAEE-0C99-4101-AECE-C12410F88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8B27E37-20BA-401C-96A8-168FBDF19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CB727A-C5CE-4DDD-9860-CA2D6A2ED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06ECB-5DC5-4821-8AB0-914B3FFAB102}" type="datetimeFigureOut">
              <a:rPr lang="fr-BE" smtClean="0"/>
              <a:t>08-03-22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E3C811C-9AF2-43E8-A625-879AF9856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888409-0E55-4317-B835-A593AA266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2FB9F-2FED-46AB-B122-995512FA809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9962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63619F-6FFD-4959-B167-46A3B7833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863F34-E6F7-439E-B273-AEB8435378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B386BBF-2834-4467-9ABE-EF480242D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C0636FD-C3F9-496E-A66F-2010C87C5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06ECB-5DC5-4821-8AB0-914B3FFAB102}" type="datetimeFigureOut">
              <a:rPr lang="fr-BE" smtClean="0"/>
              <a:t>08-03-22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0AFF3C7-D15B-4DB4-AF62-335D00FCF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ACDA829-F2AA-44A6-9C3C-8F4AF3AA9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2FB9F-2FED-46AB-B122-995512FA809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63326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E6BA29-9214-4E31-B080-A512BD1F1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225B1CB-F792-408B-A99A-C2FC0477FE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79C6E52-A90D-45D7-8B62-B704067301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C307ADC-651D-46B4-A8DA-C3EFCE4CCB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5DC83FA-28A7-4BC2-AAAF-ADD8941ED9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2A8725B-96B3-48DB-93B0-F4F283C5F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06ECB-5DC5-4821-8AB0-914B3FFAB102}" type="datetimeFigureOut">
              <a:rPr lang="fr-BE" smtClean="0"/>
              <a:t>08-03-22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960CBBF-0A3F-4070-B10D-4619A52A3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CDE2331-8073-4055-8C06-ABE8AA76B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2FB9F-2FED-46AB-B122-995512FA809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96628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AEBDA3-AEAA-4F5A-AC3C-E8D284130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C2D365F-E293-4C98-85A5-795986E0B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06ECB-5DC5-4821-8AB0-914B3FFAB102}" type="datetimeFigureOut">
              <a:rPr lang="fr-BE" smtClean="0"/>
              <a:t>08-03-22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2B83A1-7B96-4D3C-B813-FE6E9D53A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7CD9995-6450-49CF-8775-74712FCBD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2FB9F-2FED-46AB-B122-995512FA809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43957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B586476-3E22-489C-9F3F-87A72F963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06ECB-5DC5-4821-8AB0-914B3FFAB102}" type="datetimeFigureOut">
              <a:rPr lang="fr-BE" smtClean="0"/>
              <a:t>08-03-22</a:t>
            </a:fld>
            <a:endParaRPr lang="fr-B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E409F89-B4E2-4F67-8EA7-4F9026E56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874A779-B120-4B48-AEC6-C3D3542EC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2FB9F-2FED-46AB-B122-995512FA809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86012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F08988-297A-46D4-AE4E-8A4407A14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CAF0A4-3822-488A-8029-5CE33DEB9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4D484CC-0F80-480B-A298-BF7F52A3BE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275C82C-4BC2-4B06-972B-8EE61C117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06ECB-5DC5-4821-8AB0-914B3FFAB102}" type="datetimeFigureOut">
              <a:rPr lang="fr-BE" smtClean="0"/>
              <a:t>08-03-22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9533EEB-D57D-4E28-BC89-4399742F3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AD385A0-CBC4-4126-8715-DCD7AAF7A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2FB9F-2FED-46AB-B122-995512FA809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80068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C7AC8A-69F2-4F2D-8D25-ED7768C4C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DF39DFB-C9A6-4720-A5FC-5FB4EA36E1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34B5591-51F6-44A1-95F6-5666988679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A72F69C-ED77-48E7-B0CA-BB1FD6E16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06ECB-5DC5-4821-8AB0-914B3FFAB102}" type="datetimeFigureOut">
              <a:rPr lang="fr-BE" smtClean="0"/>
              <a:t>08-03-22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DE879B6-33B4-4CE0-BC18-5A5A62C55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FE99AB7-6888-4B4E-B2BA-7AFB9B3FB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2FB9F-2FED-46AB-B122-995512FA809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59139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880F1C-8595-4ABE-8503-77024843F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2448F15-74B1-480D-AE29-1249E55C4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6B975C-F94E-40E3-AAFE-A7D4F2382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06ECB-5DC5-4821-8AB0-914B3FFAB102}" type="datetimeFigureOut">
              <a:rPr lang="fr-BE" smtClean="0"/>
              <a:t>08-03-22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05D0ACE-6A91-4E75-8E16-9F8AD2F17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B1EB4F0-D6EA-4EA1-830E-643770AE4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2FB9F-2FED-46AB-B122-995512FA809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91755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D37793A-1DEE-464F-AE88-B0D148B6B1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14A2AE3-74EF-4F31-B6D3-2D6902994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A54148A-4F23-4228-8E75-7A4FCF1B9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06ECB-5DC5-4821-8AB0-914B3FFAB102}" type="datetimeFigureOut">
              <a:rPr lang="fr-BE" smtClean="0"/>
              <a:t>08-03-22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4C20E9-E258-4D32-8CDE-F805DEDB3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06A2702-9A11-4596-9516-8FFF6C38E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2FB9F-2FED-46AB-B122-995512FA809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31786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814FF5F-8E30-4B99-A6A3-162D63E28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43856C5-0BAB-4A26-B836-9524A92F9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F9EDEDE-0909-41F0-9DC0-DEB4B2279A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606ECB-5DC5-4821-8AB0-914B3FFAB102}" type="datetimeFigureOut">
              <a:rPr lang="fr-BE" smtClean="0"/>
              <a:t>08-03-22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608662-E92C-4E68-B22D-403474C4C9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A17D834-7D48-42D5-8C6A-9BAA66E32D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12FB9F-2FED-46AB-B122-995512FA809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96903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DAB41A7C-0C87-481E-9D40-57CAF1E60FC9}"/>
              </a:ext>
            </a:extLst>
          </p:cNvPr>
          <p:cNvCxnSpPr>
            <a:cxnSpLocks/>
          </p:cNvCxnSpPr>
          <p:nvPr/>
        </p:nvCxnSpPr>
        <p:spPr>
          <a:xfrm>
            <a:off x="3261674" y="4001678"/>
            <a:ext cx="392614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11ADA153-EF8A-44C2-AEA4-30924223150E}"/>
              </a:ext>
            </a:extLst>
          </p:cNvPr>
          <p:cNvCxnSpPr>
            <a:cxnSpLocks/>
          </p:cNvCxnSpPr>
          <p:nvPr/>
        </p:nvCxnSpPr>
        <p:spPr>
          <a:xfrm flipV="1">
            <a:off x="5201930" y="2110854"/>
            <a:ext cx="0" cy="18908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C10AE505-2C82-4468-8C98-18B333F52D82}"/>
              </a:ext>
            </a:extLst>
          </p:cNvPr>
          <p:cNvCxnSpPr>
            <a:cxnSpLocks/>
          </p:cNvCxnSpPr>
          <p:nvPr/>
        </p:nvCxnSpPr>
        <p:spPr>
          <a:xfrm flipV="1">
            <a:off x="6054916" y="2772770"/>
            <a:ext cx="0" cy="1228908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46ECB76E-0BD0-4437-9645-A54E81BEB2F4}"/>
              </a:ext>
            </a:extLst>
          </p:cNvPr>
          <p:cNvCxnSpPr>
            <a:cxnSpLocks/>
          </p:cNvCxnSpPr>
          <p:nvPr/>
        </p:nvCxnSpPr>
        <p:spPr>
          <a:xfrm flipV="1">
            <a:off x="4305728" y="2772770"/>
            <a:ext cx="0" cy="1228908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93FCCD5B-07E3-4DC0-9DE3-E766AEA31011}"/>
                  </a:ext>
                </a:extLst>
              </p:cNvPr>
              <p:cNvSpPr txBox="1"/>
              <p:nvPr/>
            </p:nvSpPr>
            <p:spPr>
              <a:xfrm>
                <a:off x="4867702" y="1715912"/>
                <a:ext cx="4230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B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BE" dirty="0"/>
              </a:p>
            </p:txBody>
          </p:sp>
        </mc:Choice>
        <mc:Fallback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93FCCD5B-07E3-4DC0-9DE3-E766AEA310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7702" y="1715912"/>
                <a:ext cx="423080" cy="369332"/>
              </a:xfrm>
              <a:prstGeom prst="rect">
                <a:avLst/>
              </a:prstGeom>
              <a:blipFill>
                <a:blip r:embed="rId2"/>
                <a:stretch>
                  <a:fillRect r="-82609" b="-13115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0A36FA9B-1594-43FE-9048-E540D9EBDFC7}"/>
                  </a:ext>
                </a:extLst>
              </p:cNvPr>
              <p:cNvSpPr txBox="1"/>
              <p:nvPr/>
            </p:nvSpPr>
            <p:spPr>
              <a:xfrm>
                <a:off x="7331123" y="3863178"/>
                <a:ext cx="2246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fr-BE" dirty="0"/>
              </a:p>
            </p:txBody>
          </p:sp>
        </mc:Choice>
        <mc:Fallback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0A36FA9B-1594-43FE-9048-E540D9EBD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1123" y="3863178"/>
                <a:ext cx="224677" cy="276999"/>
              </a:xfrm>
              <a:prstGeom prst="rect">
                <a:avLst/>
              </a:prstGeom>
              <a:blipFill>
                <a:blip r:embed="rId3"/>
                <a:stretch>
                  <a:fillRect l="-16667" r="-16667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A013C037-8865-49B6-9292-61D857B5AF66}"/>
                  </a:ext>
                </a:extLst>
              </p:cNvPr>
              <p:cNvSpPr txBox="1"/>
              <p:nvPr/>
            </p:nvSpPr>
            <p:spPr>
              <a:xfrm>
                <a:off x="3878239" y="4096603"/>
                <a:ext cx="7465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fr-B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B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B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B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fr-BE" dirty="0"/>
              </a:p>
            </p:txBody>
          </p:sp>
        </mc:Choice>
        <mc:Fallback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A013C037-8865-49B6-9292-61D857B5A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8239" y="4096603"/>
                <a:ext cx="746550" cy="276999"/>
              </a:xfrm>
              <a:prstGeom prst="rect">
                <a:avLst/>
              </a:prstGeom>
              <a:blipFill>
                <a:blip r:embed="rId4"/>
                <a:stretch>
                  <a:fillRect l="-813" t="-2222" r="-1626" b="-35556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7C0FD95F-7C4B-456F-8E51-42F4C471C0F4}"/>
                  </a:ext>
                </a:extLst>
              </p:cNvPr>
              <p:cNvSpPr txBox="1"/>
              <p:nvPr/>
            </p:nvSpPr>
            <p:spPr>
              <a:xfrm>
                <a:off x="5768202" y="4096602"/>
                <a:ext cx="5734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B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B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B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B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fr-BE" dirty="0"/>
              </a:p>
            </p:txBody>
          </p:sp>
        </mc:Choice>
        <mc:Fallback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7C0FD95F-7C4B-456F-8E51-42F4C471C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8202" y="4096602"/>
                <a:ext cx="573427" cy="276999"/>
              </a:xfrm>
              <a:prstGeom prst="rect">
                <a:avLst/>
              </a:prstGeom>
              <a:blipFill>
                <a:blip r:embed="rId5"/>
                <a:stretch>
                  <a:fillRect l="-8511" t="-2222" r="-2128" b="-35556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5561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06FB7549-BA94-4E16-97AD-A5820EDA0FCC}"/>
              </a:ext>
            </a:extLst>
          </p:cNvPr>
          <p:cNvCxnSpPr>
            <a:cxnSpLocks/>
          </p:cNvCxnSpPr>
          <p:nvPr/>
        </p:nvCxnSpPr>
        <p:spPr>
          <a:xfrm>
            <a:off x="3261674" y="4001678"/>
            <a:ext cx="392614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61231E50-2B85-4FC0-A9E6-A295EE7AD94F}"/>
              </a:ext>
            </a:extLst>
          </p:cNvPr>
          <p:cNvCxnSpPr>
            <a:cxnSpLocks/>
          </p:cNvCxnSpPr>
          <p:nvPr/>
        </p:nvCxnSpPr>
        <p:spPr>
          <a:xfrm flipV="1">
            <a:off x="5201930" y="2110854"/>
            <a:ext cx="0" cy="18908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3029D386-54BC-4EE3-B364-452E233B6CE3}"/>
              </a:ext>
            </a:extLst>
          </p:cNvPr>
          <p:cNvCxnSpPr>
            <a:cxnSpLocks/>
          </p:cNvCxnSpPr>
          <p:nvPr/>
        </p:nvCxnSpPr>
        <p:spPr>
          <a:xfrm flipV="1">
            <a:off x="6054916" y="2772770"/>
            <a:ext cx="0" cy="1228908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373C00E3-DECF-41D7-AABF-575183BBD21F}"/>
              </a:ext>
            </a:extLst>
          </p:cNvPr>
          <p:cNvCxnSpPr>
            <a:cxnSpLocks/>
          </p:cNvCxnSpPr>
          <p:nvPr/>
        </p:nvCxnSpPr>
        <p:spPr>
          <a:xfrm flipV="1">
            <a:off x="4305728" y="2772770"/>
            <a:ext cx="0" cy="1228908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704C4BD6-A2A8-45F4-961F-8E8BFC0E3B05}"/>
                  </a:ext>
                </a:extLst>
              </p:cNvPr>
              <p:cNvSpPr txBox="1"/>
              <p:nvPr/>
            </p:nvSpPr>
            <p:spPr>
              <a:xfrm>
                <a:off x="4867701" y="1715912"/>
                <a:ext cx="6960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BE" b="0" dirty="0"/>
                  <a:t>S</a:t>
                </a:r>
                <a14:m>
                  <m:oMath xmlns:m="http://schemas.openxmlformats.org/officeDocument/2006/math">
                    <m:r>
                      <a:rPr lang="fr-B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fr-B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BE" dirty="0"/>
              </a:p>
            </p:txBody>
          </p:sp>
        </mc:Choice>
        <mc:Fallback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704C4BD6-A2A8-45F4-961F-8E8BFC0E3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7701" y="1715912"/>
                <a:ext cx="696036" cy="369332"/>
              </a:xfrm>
              <a:prstGeom prst="rect">
                <a:avLst/>
              </a:prstGeom>
              <a:blipFill>
                <a:blip r:embed="rId2"/>
                <a:stretch>
                  <a:fillRect l="-7895" t="-8197" b="-24590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7094786F-BE8E-4CC8-A802-D923AEA489CB}"/>
                  </a:ext>
                </a:extLst>
              </p:cNvPr>
              <p:cNvSpPr txBox="1"/>
              <p:nvPr/>
            </p:nvSpPr>
            <p:spPr>
              <a:xfrm>
                <a:off x="7331123" y="3863178"/>
                <a:ext cx="2246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fr-BE" dirty="0"/>
              </a:p>
            </p:txBody>
          </p:sp>
        </mc:Choice>
        <mc:Fallback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7094786F-BE8E-4CC8-A802-D923AEA48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1123" y="3863178"/>
                <a:ext cx="224677" cy="276999"/>
              </a:xfrm>
              <a:prstGeom prst="rect">
                <a:avLst/>
              </a:prstGeom>
              <a:blipFill>
                <a:blip r:embed="rId3"/>
                <a:stretch>
                  <a:fillRect l="-16667" r="-16667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808331B7-A23B-4761-B4D9-1298183E82FD}"/>
                  </a:ext>
                </a:extLst>
              </p:cNvPr>
              <p:cNvSpPr txBox="1"/>
              <p:nvPr/>
            </p:nvSpPr>
            <p:spPr>
              <a:xfrm>
                <a:off x="3878239" y="4096603"/>
                <a:ext cx="67685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fr-B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B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B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B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fr-BE" dirty="0"/>
              </a:p>
            </p:txBody>
          </p:sp>
        </mc:Choice>
        <mc:Fallback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808331B7-A23B-4761-B4D9-1298183E82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8239" y="4096603"/>
                <a:ext cx="676852" cy="276999"/>
              </a:xfrm>
              <a:prstGeom prst="rect">
                <a:avLst/>
              </a:prstGeom>
              <a:blipFill>
                <a:blip r:embed="rId4"/>
                <a:stretch>
                  <a:fillRect l="-901" t="-2222" r="-4505" b="-35556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B37E1A53-E33F-48FE-9106-217AA47E3BEB}"/>
                  </a:ext>
                </a:extLst>
              </p:cNvPr>
              <p:cNvSpPr txBox="1"/>
              <p:nvPr/>
            </p:nvSpPr>
            <p:spPr>
              <a:xfrm>
                <a:off x="5768202" y="4096602"/>
                <a:ext cx="5037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B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B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B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B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fr-BE" dirty="0"/>
              </a:p>
            </p:txBody>
          </p:sp>
        </mc:Choice>
        <mc:Fallback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B37E1A53-E33F-48FE-9106-217AA47E3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8202" y="4096602"/>
                <a:ext cx="503728" cy="276999"/>
              </a:xfrm>
              <a:prstGeom prst="rect">
                <a:avLst/>
              </a:prstGeom>
              <a:blipFill>
                <a:blip r:embed="rId5"/>
                <a:stretch>
                  <a:fillRect l="-9639" t="-2222" r="-6024" b="-35556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0275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3D82616A-5198-4160-BFD8-9CD1C597CC96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3261674" y="4001678"/>
            <a:ext cx="551611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F05180D8-E587-491F-996B-6E810AC8A672}"/>
              </a:ext>
            </a:extLst>
          </p:cNvPr>
          <p:cNvCxnSpPr>
            <a:cxnSpLocks/>
          </p:cNvCxnSpPr>
          <p:nvPr/>
        </p:nvCxnSpPr>
        <p:spPr>
          <a:xfrm flipV="1">
            <a:off x="6030961" y="2110853"/>
            <a:ext cx="0" cy="18908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EA9EE7FF-EFA6-412A-B651-4E801343FCD8}"/>
              </a:ext>
            </a:extLst>
          </p:cNvPr>
          <p:cNvCxnSpPr>
            <a:cxnSpLocks/>
          </p:cNvCxnSpPr>
          <p:nvPr/>
        </p:nvCxnSpPr>
        <p:spPr>
          <a:xfrm flipV="1">
            <a:off x="7474283" y="2772769"/>
            <a:ext cx="0" cy="122890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FDAD7F11-9339-43A0-B34E-90BF6AC50C91}"/>
              </a:ext>
            </a:extLst>
          </p:cNvPr>
          <p:cNvCxnSpPr>
            <a:cxnSpLocks/>
          </p:cNvCxnSpPr>
          <p:nvPr/>
        </p:nvCxnSpPr>
        <p:spPr>
          <a:xfrm flipV="1">
            <a:off x="4579971" y="2761825"/>
            <a:ext cx="0" cy="122890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4F555EB6-F03A-4255-94A2-159BD6DA2D70}"/>
                  </a:ext>
                </a:extLst>
              </p:cNvPr>
              <p:cNvSpPr txBox="1"/>
              <p:nvPr/>
            </p:nvSpPr>
            <p:spPr>
              <a:xfrm>
                <a:off x="5747982" y="1694060"/>
                <a:ext cx="6960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BE" dirty="0"/>
                  <a:t>Y</a:t>
                </a:r>
                <a14:m>
                  <m:oMath xmlns:m="http://schemas.openxmlformats.org/officeDocument/2006/math">
                    <m:r>
                      <a:rPr lang="fr-B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fr-B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BE" dirty="0"/>
              </a:p>
            </p:txBody>
          </p:sp>
        </mc:Choice>
        <mc:Fallback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4F555EB6-F03A-4255-94A2-159BD6DA2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7982" y="1694060"/>
                <a:ext cx="696036" cy="369332"/>
              </a:xfrm>
              <a:prstGeom prst="rect">
                <a:avLst/>
              </a:prstGeom>
              <a:blipFill>
                <a:blip r:embed="rId2"/>
                <a:stretch>
                  <a:fillRect l="-7895" t="-10000" b="-26667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EF8805F1-1CCC-4142-A80E-43742101A84A}"/>
                  </a:ext>
                </a:extLst>
              </p:cNvPr>
              <p:cNvSpPr txBox="1"/>
              <p:nvPr/>
            </p:nvSpPr>
            <p:spPr>
              <a:xfrm>
                <a:off x="8777786" y="3863178"/>
                <a:ext cx="2246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fr-BE" dirty="0"/>
              </a:p>
            </p:txBody>
          </p:sp>
        </mc:Choice>
        <mc:Fallback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EF8805F1-1CCC-4142-A80E-43742101A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7786" y="3863178"/>
                <a:ext cx="224677" cy="276999"/>
              </a:xfrm>
              <a:prstGeom prst="rect">
                <a:avLst/>
              </a:prstGeom>
              <a:blipFill>
                <a:blip r:embed="rId3"/>
                <a:stretch>
                  <a:fillRect l="-16216" r="-13514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3FF9F4E2-54D7-4C1D-AED8-84A57EC02A4D}"/>
                  </a:ext>
                </a:extLst>
              </p:cNvPr>
              <p:cNvSpPr txBox="1"/>
              <p:nvPr/>
            </p:nvSpPr>
            <p:spPr>
              <a:xfrm>
                <a:off x="4176848" y="4096602"/>
                <a:ext cx="67685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fr-B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B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B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B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fr-BE" dirty="0"/>
              </a:p>
            </p:txBody>
          </p:sp>
        </mc:Choice>
        <mc:Fallback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3FF9F4E2-54D7-4C1D-AED8-84A57EC02A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6848" y="4096602"/>
                <a:ext cx="676852" cy="276999"/>
              </a:xfrm>
              <a:prstGeom prst="rect">
                <a:avLst/>
              </a:prstGeom>
              <a:blipFill>
                <a:blip r:embed="rId4"/>
                <a:stretch>
                  <a:fillRect l="-901" t="-2222" r="-4505" b="-35556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21C61152-8ABB-4912-8216-6975F9F6872E}"/>
                  </a:ext>
                </a:extLst>
              </p:cNvPr>
              <p:cNvSpPr txBox="1"/>
              <p:nvPr/>
            </p:nvSpPr>
            <p:spPr>
              <a:xfrm>
                <a:off x="7222419" y="4096602"/>
                <a:ext cx="5037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B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B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B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B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fr-BE" dirty="0"/>
              </a:p>
            </p:txBody>
          </p:sp>
        </mc:Choice>
        <mc:Fallback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21C61152-8ABB-4912-8216-6975F9F687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2419" y="4096602"/>
                <a:ext cx="503728" cy="276999"/>
              </a:xfrm>
              <a:prstGeom prst="rect">
                <a:avLst/>
              </a:prstGeom>
              <a:blipFill>
                <a:blip r:embed="rId5"/>
                <a:stretch>
                  <a:fillRect l="-10976" t="-2222" r="-7317" b="-35556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A484F8F5-A1FF-4EA8-8DD2-65C3D6228349}"/>
              </a:ext>
            </a:extLst>
          </p:cNvPr>
          <p:cNvCxnSpPr>
            <a:cxnSpLocks/>
          </p:cNvCxnSpPr>
          <p:nvPr/>
        </p:nvCxnSpPr>
        <p:spPr>
          <a:xfrm flipV="1">
            <a:off x="7981525" y="3150610"/>
            <a:ext cx="0" cy="85106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5F837716-6195-43A4-9656-C0D32766565E}"/>
              </a:ext>
            </a:extLst>
          </p:cNvPr>
          <p:cNvCxnSpPr>
            <a:cxnSpLocks/>
          </p:cNvCxnSpPr>
          <p:nvPr/>
        </p:nvCxnSpPr>
        <p:spPr>
          <a:xfrm flipV="1">
            <a:off x="6960217" y="3139666"/>
            <a:ext cx="0" cy="85106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9815580A-7412-4254-9EFB-C638327795F8}"/>
              </a:ext>
            </a:extLst>
          </p:cNvPr>
          <p:cNvCxnSpPr>
            <a:cxnSpLocks/>
          </p:cNvCxnSpPr>
          <p:nvPr/>
        </p:nvCxnSpPr>
        <p:spPr>
          <a:xfrm flipV="1">
            <a:off x="5081376" y="3150610"/>
            <a:ext cx="0" cy="85106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F81FD672-47D1-4A1F-9F83-B0739B0AF718}"/>
              </a:ext>
            </a:extLst>
          </p:cNvPr>
          <p:cNvCxnSpPr>
            <a:cxnSpLocks/>
          </p:cNvCxnSpPr>
          <p:nvPr/>
        </p:nvCxnSpPr>
        <p:spPr>
          <a:xfrm flipV="1">
            <a:off x="4046421" y="3150609"/>
            <a:ext cx="0" cy="85106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59AA4139-3FFF-4FBC-A283-367DB1624996}"/>
              </a:ext>
            </a:extLst>
          </p:cNvPr>
          <p:cNvCxnSpPr>
            <a:cxnSpLocks/>
          </p:cNvCxnSpPr>
          <p:nvPr/>
        </p:nvCxnSpPr>
        <p:spPr>
          <a:xfrm>
            <a:off x="4046421" y="4481015"/>
            <a:ext cx="533550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A3E7D394-B025-4A44-9815-71BC627FED2D}"/>
              </a:ext>
            </a:extLst>
          </p:cNvPr>
          <p:cNvCxnSpPr>
            <a:cxnSpLocks/>
          </p:cNvCxnSpPr>
          <p:nvPr/>
        </p:nvCxnSpPr>
        <p:spPr>
          <a:xfrm>
            <a:off x="4579971" y="4481015"/>
            <a:ext cx="501405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C5FF37E9-6E07-403F-B34F-3397B5A27CC3}"/>
              </a:ext>
            </a:extLst>
          </p:cNvPr>
          <p:cNvCxnSpPr>
            <a:cxnSpLocks/>
          </p:cNvCxnSpPr>
          <p:nvPr/>
        </p:nvCxnSpPr>
        <p:spPr>
          <a:xfrm>
            <a:off x="6948084" y="4483290"/>
            <a:ext cx="533550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FAEF6AFB-894B-4DFA-A395-1CD8F936D180}"/>
              </a:ext>
            </a:extLst>
          </p:cNvPr>
          <p:cNvCxnSpPr>
            <a:cxnSpLocks/>
          </p:cNvCxnSpPr>
          <p:nvPr/>
        </p:nvCxnSpPr>
        <p:spPr>
          <a:xfrm>
            <a:off x="7481634" y="4483290"/>
            <a:ext cx="501405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6093817A-58EC-4C7D-B076-A7F0F43CFC64}"/>
                  </a:ext>
                </a:extLst>
              </p:cNvPr>
              <p:cNvSpPr txBox="1"/>
              <p:nvPr/>
            </p:nvSpPr>
            <p:spPr>
              <a:xfrm>
                <a:off x="7503682" y="4592980"/>
                <a:ext cx="44492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sz="1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BE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BE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BE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BE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fr-BE" sz="1400" dirty="0"/>
              </a:p>
            </p:txBody>
          </p:sp>
        </mc:Choice>
        <mc:Fallback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6093817A-58EC-4C7D-B076-A7F0F43CFC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3682" y="4592980"/>
                <a:ext cx="444929" cy="215444"/>
              </a:xfrm>
              <a:prstGeom prst="rect">
                <a:avLst/>
              </a:prstGeom>
              <a:blipFill>
                <a:blip r:embed="rId6"/>
                <a:stretch>
                  <a:fillRect l="-8219" b="-30556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16ABB15D-CC07-4745-9196-26A41F7045F2}"/>
                  </a:ext>
                </a:extLst>
              </p:cNvPr>
              <p:cNvSpPr txBox="1"/>
              <p:nvPr/>
            </p:nvSpPr>
            <p:spPr>
              <a:xfrm>
                <a:off x="7033591" y="4609246"/>
                <a:ext cx="44492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sz="1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BE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BE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BE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BE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fr-BE" sz="1400" dirty="0"/>
              </a:p>
            </p:txBody>
          </p:sp>
        </mc:Choice>
        <mc:Fallback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16ABB15D-CC07-4745-9196-26A41F7045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3591" y="4609246"/>
                <a:ext cx="444929" cy="215444"/>
              </a:xfrm>
              <a:prstGeom prst="rect">
                <a:avLst/>
              </a:prstGeom>
              <a:blipFill>
                <a:blip r:embed="rId6"/>
                <a:stretch>
                  <a:fillRect l="-8219" b="-34286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0AC8A256-C72C-4A67-9009-08ED8A613764}"/>
                  </a:ext>
                </a:extLst>
              </p:cNvPr>
              <p:cNvSpPr txBox="1"/>
              <p:nvPr/>
            </p:nvSpPr>
            <p:spPr>
              <a:xfrm>
                <a:off x="4605133" y="4572164"/>
                <a:ext cx="44492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sz="1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BE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BE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BE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BE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fr-BE" sz="1400" dirty="0"/>
              </a:p>
            </p:txBody>
          </p:sp>
        </mc:Choice>
        <mc:Fallback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0AC8A256-C72C-4A67-9009-08ED8A613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5133" y="4572164"/>
                <a:ext cx="444929" cy="215444"/>
              </a:xfrm>
              <a:prstGeom prst="rect">
                <a:avLst/>
              </a:prstGeom>
              <a:blipFill>
                <a:blip r:embed="rId7"/>
                <a:stretch>
                  <a:fillRect l="-8219" r="-1370" b="-34286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6FA49D6A-5F06-4227-B2AD-2C0AE3FFCBF2}"/>
                  </a:ext>
                </a:extLst>
              </p:cNvPr>
              <p:cNvSpPr txBox="1"/>
              <p:nvPr/>
            </p:nvSpPr>
            <p:spPr>
              <a:xfrm>
                <a:off x="4135042" y="4588430"/>
                <a:ext cx="44492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sz="1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BE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BE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BE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BE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fr-BE" sz="1400" dirty="0"/>
              </a:p>
            </p:txBody>
          </p:sp>
        </mc:Choice>
        <mc:Fallback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6FA49D6A-5F06-4227-B2AD-2C0AE3FFC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042" y="4588430"/>
                <a:ext cx="444929" cy="215444"/>
              </a:xfrm>
              <a:prstGeom prst="rect">
                <a:avLst/>
              </a:prstGeom>
              <a:blipFill>
                <a:blip r:embed="rId8"/>
                <a:stretch>
                  <a:fillRect l="-8219" r="-1370" b="-31429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3208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1D9ADA38-2B3E-4073-886D-A93957560BA0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3261674" y="4001678"/>
            <a:ext cx="551611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E750DA31-242E-4389-916F-5EBA05D8A6CE}"/>
              </a:ext>
            </a:extLst>
          </p:cNvPr>
          <p:cNvCxnSpPr>
            <a:cxnSpLocks/>
          </p:cNvCxnSpPr>
          <p:nvPr/>
        </p:nvCxnSpPr>
        <p:spPr>
          <a:xfrm flipV="1">
            <a:off x="6030961" y="2110853"/>
            <a:ext cx="0" cy="18908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9E95CAF0-9BB4-4151-8BC2-29F6FC42882C}"/>
                  </a:ext>
                </a:extLst>
              </p:cNvPr>
              <p:cNvSpPr txBox="1"/>
              <p:nvPr/>
            </p:nvSpPr>
            <p:spPr>
              <a:xfrm>
                <a:off x="5747982" y="1694060"/>
                <a:ext cx="6960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BE" dirty="0"/>
                  <a:t>Y</a:t>
                </a:r>
                <a14:m>
                  <m:oMath xmlns:m="http://schemas.openxmlformats.org/officeDocument/2006/math">
                    <m:r>
                      <a:rPr lang="fr-B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fr-B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BE" dirty="0"/>
              </a:p>
            </p:txBody>
          </p:sp>
        </mc:Choice>
        <mc:Fallback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9E95CAF0-9BB4-4151-8BC2-29F6FC428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7982" y="1694060"/>
                <a:ext cx="696036" cy="369332"/>
              </a:xfrm>
              <a:prstGeom prst="rect">
                <a:avLst/>
              </a:prstGeom>
              <a:blipFill>
                <a:blip r:embed="rId2"/>
                <a:stretch>
                  <a:fillRect l="-7895" t="-10000" b="-26667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FE18FAF7-0154-4195-B588-A398AA014018}"/>
                  </a:ext>
                </a:extLst>
              </p:cNvPr>
              <p:cNvSpPr txBox="1"/>
              <p:nvPr/>
            </p:nvSpPr>
            <p:spPr>
              <a:xfrm>
                <a:off x="8777786" y="3863178"/>
                <a:ext cx="2246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fr-BE" dirty="0"/>
              </a:p>
            </p:txBody>
          </p:sp>
        </mc:Choice>
        <mc:Fallback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FE18FAF7-0154-4195-B588-A398AA014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7786" y="3863178"/>
                <a:ext cx="224677" cy="276999"/>
              </a:xfrm>
              <a:prstGeom prst="rect">
                <a:avLst/>
              </a:prstGeom>
              <a:blipFill>
                <a:blip r:embed="rId3"/>
                <a:stretch>
                  <a:fillRect l="-16216" r="-13514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05D85A29-BF16-425C-B914-9A00837DDBAF}"/>
                  </a:ext>
                </a:extLst>
              </p:cNvPr>
              <p:cNvSpPr txBox="1"/>
              <p:nvPr/>
            </p:nvSpPr>
            <p:spPr>
              <a:xfrm>
                <a:off x="4176848" y="4096602"/>
                <a:ext cx="67685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fr-B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B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B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B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fr-BE" dirty="0"/>
              </a:p>
            </p:txBody>
          </p:sp>
        </mc:Choice>
        <mc:Fallback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05D85A29-BF16-425C-B914-9A00837DD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6848" y="4096602"/>
                <a:ext cx="676852" cy="276999"/>
              </a:xfrm>
              <a:prstGeom prst="rect">
                <a:avLst/>
              </a:prstGeom>
              <a:blipFill>
                <a:blip r:embed="rId4"/>
                <a:stretch>
                  <a:fillRect l="-901" t="-2222" r="-4505" b="-35556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07651439-8964-4459-9650-93BB8D021A93}"/>
                  </a:ext>
                </a:extLst>
              </p:cNvPr>
              <p:cNvSpPr txBox="1"/>
              <p:nvPr/>
            </p:nvSpPr>
            <p:spPr>
              <a:xfrm>
                <a:off x="7222419" y="4096602"/>
                <a:ext cx="5037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B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B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B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B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fr-BE" dirty="0"/>
              </a:p>
            </p:txBody>
          </p:sp>
        </mc:Choice>
        <mc:Fallback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07651439-8964-4459-9650-93BB8D021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2419" y="4096602"/>
                <a:ext cx="503728" cy="276999"/>
              </a:xfrm>
              <a:prstGeom prst="rect">
                <a:avLst/>
              </a:prstGeom>
              <a:blipFill>
                <a:blip r:embed="rId5"/>
                <a:stretch>
                  <a:fillRect l="-10976" t="-2222" r="-7317" b="-35556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F4ABBA7E-D211-492B-953A-84B4FDA3AB8D}"/>
              </a:ext>
            </a:extLst>
          </p:cNvPr>
          <p:cNvCxnSpPr>
            <a:cxnSpLocks/>
          </p:cNvCxnSpPr>
          <p:nvPr/>
        </p:nvCxnSpPr>
        <p:spPr>
          <a:xfrm flipV="1">
            <a:off x="5081376" y="2561676"/>
            <a:ext cx="0" cy="1440000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AFC9D040-080E-40BC-A04A-6252A4F6842E}"/>
              </a:ext>
            </a:extLst>
          </p:cNvPr>
          <p:cNvCxnSpPr>
            <a:cxnSpLocks/>
          </p:cNvCxnSpPr>
          <p:nvPr/>
        </p:nvCxnSpPr>
        <p:spPr>
          <a:xfrm>
            <a:off x="4046421" y="4481015"/>
            <a:ext cx="533550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3AB1B99E-9AB4-4CBF-8326-82E21D601045}"/>
              </a:ext>
            </a:extLst>
          </p:cNvPr>
          <p:cNvCxnSpPr>
            <a:cxnSpLocks/>
          </p:cNvCxnSpPr>
          <p:nvPr/>
        </p:nvCxnSpPr>
        <p:spPr>
          <a:xfrm>
            <a:off x="4579971" y="4481015"/>
            <a:ext cx="501405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7F8A57BF-3F35-4D24-9941-C8748D6B1652}"/>
              </a:ext>
            </a:extLst>
          </p:cNvPr>
          <p:cNvCxnSpPr>
            <a:cxnSpLocks/>
          </p:cNvCxnSpPr>
          <p:nvPr/>
        </p:nvCxnSpPr>
        <p:spPr>
          <a:xfrm>
            <a:off x="6948084" y="4483290"/>
            <a:ext cx="533550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32A969EE-131F-434E-A3EC-01B1378A741A}"/>
              </a:ext>
            </a:extLst>
          </p:cNvPr>
          <p:cNvCxnSpPr>
            <a:cxnSpLocks/>
          </p:cNvCxnSpPr>
          <p:nvPr/>
        </p:nvCxnSpPr>
        <p:spPr>
          <a:xfrm>
            <a:off x="7481634" y="4483290"/>
            <a:ext cx="501405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ZoneTexte 31">
                <a:extLst>
                  <a:ext uri="{FF2B5EF4-FFF2-40B4-BE49-F238E27FC236}">
                    <a16:creationId xmlns:a16="http://schemas.microsoft.com/office/drawing/2014/main" id="{AD754F93-7197-4D45-A17C-79995049C3CC}"/>
                  </a:ext>
                </a:extLst>
              </p:cNvPr>
              <p:cNvSpPr txBox="1"/>
              <p:nvPr/>
            </p:nvSpPr>
            <p:spPr>
              <a:xfrm>
                <a:off x="7503682" y="4592980"/>
                <a:ext cx="44492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sz="1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BE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BE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BE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BE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fr-BE" sz="1400" dirty="0"/>
              </a:p>
            </p:txBody>
          </p:sp>
        </mc:Choice>
        <mc:Fallback>
          <p:sp>
            <p:nvSpPr>
              <p:cNvPr id="32" name="ZoneTexte 31">
                <a:extLst>
                  <a:ext uri="{FF2B5EF4-FFF2-40B4-BE49-F238E27FC236}">
                    <a16:creationId xmlns:a16="http://schemas.microsoft.com/office/drawing/2014/main" id="{AD754F93-7197-4D45-A17C-79995049C3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3682" y="4592980"/>
                <a:ext cx="444929" cy="215444"/>
              </a:xfrm>
              <a:prstGeom prst="rect">
                <a:avLst/>
              </a:prstGeom>
              <a:blipFill>
                <a:blip r:embed="rId6"/>
                <a:stretch>
                  <a:fillRect l="-8219" b="-30556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ZoneTexte 32">
                <a:extLst>
                  <a:ext uri="{FF2B5EF4-FFF2-40B4-BE49-F238E27FC236}">
                    <a16:creationId xmlns:a16="http://schemas.microsoft.com/office/drawing/2014/main" id="{5E73A362-EEDE-4A7A-976A-A6FFD3DCBC1C}"/>
                  </a:ext>
                </a:extLst>
              </p:cNvPr>
              <p:cNvSpPr txBox="1"/>
              <p:nvPr/>
            </p:nvSpPr>
            <p:spPr>
              <a:xfrm>
                <a:off x="7033591" y="4609246"/>
                <a:ext cx="44492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sz="1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BE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BE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BE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BE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fr-BE" sz="1400" dirty="0"/>
              </a:p>
            </p:txBody>
          </p:sp>
        </mc:Choice>
        <mc:Fallback>
          <p:sp>
            <p:nvSpPr>
              <p:cNvPr id="33" name="ZoneTexte 32">
                <a:extLst>
                  <a:ext uri="{FF2B5EF4-FFF2-40B4-BE49-F238E27FC236}">
                    <a16:creationId xmlns:a16="http://schemas.microsoft.com/office/drawing/2014/main" id="{5E73A362-EEDE-4A7A-976A-A6FFD3DCBC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3591" y="4609246"/>
                <a:ext cx="444929" cy="215444"/>
              </a:xfrm>
              <a:prstGeom prst="rect">
                <a:avLst/>
              </a:prstGeom>
              <a:blipFill>
                <a:blip r:embed="rId6"/>
                <a:stretch>
                  <a:fillRect l="-8219" b="-34286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B2576A2C-AD4A-41DC-90F2-4C0490C46947}"/>
                  </a:ext>
                </a:extLst>
              </p:cNvPr>
              <p:cNvSpPr txBox="1"/>
              <p:nvPr/>
            </p:nvSpPr>
            <p:spPr>
              <a:xfrm>
                <a:off x="4605133" y="4572164"/>
                <a:ext cx="44492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sz="1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BE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BE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BE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BE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fr-BE" sz="1400" dirty="0"/>
              </a:p>
            </p:txBody>
          </p:sp>
        </mc:Choice>
        <mc:Fallback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B2576A2C-AD4A-41DC-90F2-4C0490C46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5133" y="4572164"/>
                <a:ext cx="444929" cy="215444"/>
              </a:xfrm>
              <a:prstGeom prst="rect">
                <a:avLst/>
              </a:prstGeom>
              <a:blipFill>
                <a:blip r:embed="rId7"/>
                <a:stretch>
                  <a:fillRect l="-8219" r="-1370" b="-34286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CF2B4B5A-1C58-4A4A-9A9C-D43D8BB94A0B}"/>
                  </a:ext>
                </a:extLst>
              </p:cNvPr>
              <p:cNvSpPr txBox="1"/>
              <p:nvPr/>
            </p:nvSpPr>
            <p:spPr>
              <a:xfrm>
                <a:off x="4135042" y="4588430"/>
                <a:ext cx="44492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sz="1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BE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BE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BE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BE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fr-BE" sz="1400" dirty="0"/>
              </a:p>
            </p:txBody>
          </p:sp>
        </mc:Choice>
        <mc:Fallback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CF2B4B5A-1C58-4A4A-9A9C-D43D8BB94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042" y="4588430"/>
                <a:ext cx="444929" cy="215444"/>
              </a:xfrm>
              <a:prstGeom prst="rect">
                <a:avLst/>
              </a:prstGeom>
              <a:blipFill>
                <a:blip r:embed="rId8"/>
                <a:stretch>
                  <a:fillRect l="-8219" r="-1370" b="-31429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8C9E87CB-CDDB-4B16-A91F-6899436566EE}"/>
              </a:ext>
            </a:extLst>
          </p:cNvPr>
          <p:cNvCxnSpPr>
            <a:cxnSpLocks/>
          </p:cNvCxnSpPr>
          <p:nvPr/>
        </p:nvCxnSpPr>
        <p:spPr>
          <a:xfrm flipV="1">
            <a:off x="4046421" y="2550733"/>
            <a:ext cx="0" cy="1440000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92DA2189-FA25-4C16-8387-32A3ABF3C7BA}"/>
              </a:ext>
            </a:extLst>
          </p:cNvPr>
          <p:cNvCxnSpPr>
            <a:cxnSpLocks/>
          </p:cNvCxnSpPr>
          <p:nvPr/>
        </p:nvCxnSpPr>
        <p:spPr>
          <a:xfrm flipV="1">
            <a:off x="6948084" y="2561676"/>
            <a:ext cx="0" cy="1440000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784AB564-6BC6-4CD7-A72B-626E213E177B}"/>
              </a:ext>
            </a:extLst>
          </p:cNvPr>
          <p:cNvCxnSpPr>
            <a:cxnSpLocks/>
          </p:cNvCxnSpPr>
          <p:nvPr/>
        </p:nvCxnSpPr>
        <p:spPr>
          <a:xfrm flipV="1">
            <a:off x="7970457" y="2561676"/>
            <a:ext cx="0" cy="1440000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564862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72</Words>
  <Application>Microsoft Office PowerPoint</Application>
  <PresentationFormat>Grand écran</PresentationFormat>
  <Paragraphs>24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François Schoors</dc:creator>
  <cp:lastModifiedBy>François Schoors</cp:lastModifiedBy>
  <cp:revision>1</cp:revision>
  <dcterms:created xsi:type="dcterms:W3CDTF">2022-03-08T20:37:19Z</dcterms:created>
  <dcterms:modified xsi:type="dcterms:W3CDTF">2022-03-08T21:00:46Z</dcterms:modified>
</cp:coreProperties>
</file>